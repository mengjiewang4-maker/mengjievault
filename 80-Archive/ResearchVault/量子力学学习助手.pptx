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构建量子力学学习助手：从知识到系统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基于 Obsidian + Python + Codex 的学习自动化方法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量子力学学习的核心困难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抽象性强</a:t>
            </a:r>
          </a:p>
          <a:p>
            <a:r>
              <a:t>推导复杂</a:t>
            </a:r>
          </a:p>
          <a:p>
            <a:r>
              <a:t>知识碎片化</a:t>
            </a:r>
          </a:p>
          <a:p>
            <a:r>
              <a:t>依赖记忆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传统学习方式的局限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看书 → 理解 → 做题 → 遗忘</a:t>
            </a:r>
          </a:p>
          <a:p>
            <a:r>
              <a:t>不可复用</a:t>
            </a:r>
          </a:p>
          <a:p>
            <a:r>
              <a:t>不可扩展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核心思想：学习范式升级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概念 → 模型 → 代码 → 可视化 → 自动化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工具体系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Obsidian（知识）</a:t>
            </a:r>
          </a:p>
          <a:p>
            <a:r>
              <a:t>Zotero（文献）</a:t>
            </a:r>
          </a:p>
          <a:p>
            <a:r>
              <a:t>Python（计算）</a:t>
            </a:r>
          </a:p>
          <a:p>
            <a:r>
              <a:t>Codex（自动化）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文献 → 概念 → Skill → Codex → Python → 结果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可复用解题流程</a:t>
            </a:r>
          </a:p>
          <a:p>
            <a:r>
              <a:t>将思考过程工程化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案例：无限深势阱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输入：n=1–5</a:t>
            </a:r>
          </a:p>
          <a:p>
            <a:r>
              <a:t>输出：波函数与能级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三层结构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概念层</a:t>
            </a:r>
          </a:p>
          <a:p>
            <a:r>
              <a:t>计算层</a:t>
            </a:r>
          </a:p>
          <a:p>
            <a:r>
              <a:t>自动化层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效果展示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波函数图像</a:t>
            </a:r>
          </a:p>
          <a:p>
            <a:r>
              <a:t>节点数 = n-1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传统 vs 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传统：手推</a:t>
            </a:r>
          </a:p>
          <a:p>
            <a:r>
              <a:t>新：自动生成</a:t>
            </a:r>
          </a:p>
          <a:p>
            <a:r>
              <a:t>传统：记忆</a:t>
            </a:r>
          </a:p>
          <a:p>
            <a:r>
              <a:t>新：模型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obsidian/</a:t>
            </a:r>
          </a:p>
          <a:p>
            <a:r>
              <a:t>code/</a:t>
            </a:r>
          </a:p>
          <a:p>
            <a:r>
              <a:t>skills/</a:t>
            </a:r>
          </a:p>
          <a:p>
            <a:r>
              <a:t>results/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实际收益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能力提升</a:t>
            </a:r>
          </a:p>
          <a:p>
            <a:r>
              <a:t>效率提升</a:t>
            </a:r>
          </a:p>
          <a:p>
            <a:r>
              <a:t>自动化学习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如何开始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记概念</a:t>
            </a:r>
          </a:p>
          <a:p>
            <a:r>
              <a:t>2. 写模型</a:t>
            </a:r>
          </a:p>
          <a:p>
            <a:r>
              <a:t>3. 自动化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构建系统，而不是记忆知识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